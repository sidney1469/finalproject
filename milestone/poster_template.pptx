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7" r:id="rId2"/>
  </p:sldIdLst>
  <p:sldSz cx="14758988" cy="10333038"/>
  <p:notesSz cx="6858000" cy="9144000"/>
  <p:defaultTextStyle>
    <a:defPPr>
      <a:defRPr lang="en-US"/>
    </a:defPPr>
    <a:lvl1pPr algn="l" defTabSz="715963" rtl="0" fontAlgn="base">
      <a:spcBef>
        <a:spcPct val="0"/>
      </a:spcBef>
      <a:spcAft>
        <a:spcPct val="0"/>
      </a:spcAft>
      <a:defRPr sz="2800" kern="1200">
        <a:solidFill>
          <a:schemeClr val="tx1"/>
        </a:solidFill>
        <a:latin typeface="Arial" charset="0"/>
        <a:ea typeface="Geneva" charset="-128"/>
        <a:cs typeface="+mn-cs"/>
      </a:defRPr>
    </a:lvl1pPr>
    <a:lvl2pPr marL="715963" indent="-258763" algn="l" defTabSz="715963" rtl="0" fontAlgn="base">
      <a:spcBef>
        <a:spcPct val="0"/>
      </a:spcBef>
      <a:spcAft>
        <a:spcPct val="0"/>
      </a:spcAft>
      <a:defRPr sz="2800" kern="1200">
        <a:solidFill>
          <a:schemeClr val="tx1"/>
        </a:solidFill>
        <a:latin typeface="Arial" charset="0"/>
        <a:ea typeface="Geneva" charset="-128"/>
        <a:cs typeface="+mn-cs"/>
      </a:defRPr>
    </a:lvl2pPr>
    <a:lvl3pPr marL="1433513" indent="-519113" algn="l" defTabSz="715963" rtl="0" fontAlgn="base">
      <a:spcBef>
        <a:spcPct val="0"/>
      </a:spcBef>
      <a:spcAft>
        <a:spcPct val="0"/>
      </a:spcAft>
      <a:defRPr sz="2800" kern="1200">
        <a:solidFill>
          <a:schemeClr val="tx1"/>
        </a:solidFill>
        <a:latin typeface="Arial" charset="0"/>
        <a:ea typeface="Geneva" charset="-128"/>
        <a:cs typeface="+mn-cs"/>
      </a:defRPr>
    </a:lvl3pPr>
    <a:lvl4pPr marL="2149475" indent="-777875" algn="l" defTabSz="715963" rtl="0" fontAlgn="base">
      <a:spcBef>
        <a:spcPct val="0"/>
      </a:spcBef>
      <a:spcAft>
        <a:spcPct val="0"/>
      </a:spcAft>
      <a:defRPr sz="2800" kern="1200">
        <a:solidFill>
          <a:schemeClr val="tx1"/>
        </a:solidFill>
        <a:latin typeface="Arial" charset="0"/>
        <a:ea typeface="Geneva" charset="-128"/>
        <a:cs typeface="+mn-cs"/>
      </a:defRPr>
    </a:lvl4pPr>
    <a:lvl5pPr marL="2867025" indent="-1038225" algn="l" defTabSz="715963" rtl="0" fontAlgn="base">
      <a:spcBef>
        <a:spcPct val="0"/>
      </a:spcBef>
      <a:spcAft>
        <a:spcPct val="0"/>
      </a:spcAft>
      <a:defRPr sz="2800" kern="1200">
        <a:solidFill>
          <a:schemeClr val="tx1"/>
        </a:solidFill>
        <a:latin typeface="Arial" charset="0"/>
        <a:ea typeface="Geneva" charset="-128"/>
        <a:cs typeface="+mn-cs"/>
      </a:defRPr>
    </a:lvl5pPr>
    <a:lvl6pPr marL="2286000" algn="l" defTabSz="914400" rtl="0" eaLnBrk="1" latinLnBrk="0" hangingPunct="1">
      <a:defRPr sz="2800" kern="1200">
        <a:solidFill>
          <a:schemeClr val="tx1"/>
        </a:solidFill>
        <a:latin typeface="Arial" charset="0"/>
        <a:ea typeface="Geneva" charset="-128"/>
        <a:cs typeface="+mn-cs"/>
      </a:defRPr>
    </a:lvl6pPr>
    <a:lvl7pPr marL="2743200" algn="l" defTabSz="914400" rtl="0" eaLnBrk="1" latinLnBrk="0" hangingPunct="1">
      <a:defRPr sz="2800" kern="1200">
        <a:solidFill>
          <a:schemeClr val="tx1"/>
        </a:solidFill>
        <a:latin typeface="Arial" charset="0"/>
        <a:ea typeface="Geneva" charset="-128"/>
        <a:cs typeface="+mn-cs"/>
      </a:defRPr>
    </a:lvl7pPr>
    <a:lvl8pPr marL="3200400" algn="l" defTabSz="914400" rtl="0" eaLnBrk="1" latinLnBrk="0" hangingPunct="1">
      <a:defRPr sz="2800" kern="1200">
        <a:solidFill>
          <a:schemeClr val="tx1"/>
        </a:solidFill>
        <a:latin typeface="Arial" charset="0"/>
        <a:ea typeface="Geneva" charset="-128"/>
        <a:cs typeface="+mn-cs"/>
      </a:defRPr>
    </a:lvl8pPr>
    <a:lvl9pPr marL="3657600" algn="l" defTabSz="914400" rtl="0" eaLnBrk="1" latinLnBrk="0" hangingPunct="1">
      <a:defRPr sz="2800" kern="1200">
        <a:solidFill>
          <a:schemeClr val="tx1"/>
        </a:solidFill>
        <a:latin typeface="Arial" charset="0"/>
        <a:ea typeface="Geneva" charset="-128"/>
        <a:cs typeface="+mn-cs"/>
      </a:defRPr>
    </a:lvl9pPr>
  </p:defaultTextStyle>
  <p:extLst>
    <p:ext uri="{EFAFB233-063F-42B5-8137-9DF3F51BA10A}">
      <p15:sldGuideLst xmlns:p15="http://schemas.microsoft.com/office/powerpoint/2012/main">
        <p15:guide id="1" orient="horz" pos="3254">
          <p15:clr>
            <a:srgbClr val="A4A3A4"/>
          </p15:clr>
        </p15:guide>
        <p15:guide id="2" pos="46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1D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50" d="100"/>
          <a:sy n="50" d="100"/>
        </p:scale>
        <p:origin x="856" y="96"/>
      </p:cViewPr>
      <p:guideLst>
        <p:guide orient="horz" pos="3254"/>
        <p:guide pos="464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cs typeface="Geneva" charset="-128"/>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smtClean="0"/>
            </a:lvl1pPr>
          </a:lstStyle>
          <a:p>
            <a:pPr>
              <a:defRPr/>
            </a:pPr>
            <a:fld id="{8FB99983-FF8B-48D4-BB5C-A13EAE56EED1}" type="datetime1">
              <a:rPr lang="en-US"/>
              <a:pPr>
                <a:defRPr/>
              </a:pPr>
              <a:t>5/10/2026</a:t>
            </a:fld>
            <a:endParaRPr lang="en-US"/>
          </a:p>
        </p:txBody>
      </p:sp>
      <p:sp>
        <p:nvSpPr>
          <p:cNvPr id="4" name="Slide Image Placeholder 3"/>
          <p:cNvSpPr>
            <a:spLocks noGrp="1" noRot="1" noChangeAspect="1"/>
          </p:cNvSpPr>
          <p:nvPr>
            <p:ph type="sldImg" idx="2"/>
          </p:nvPr>
        </p:nvSpPr>
        <p:spPr>
          <a:xfrm>
            <a:off x="981075" y="685800"/>
            <a:ext cx="489585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cs typeface="Geneva" charset="-128"/>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smtClean="0"/>
            </a:lvl1pPr>
          </a:lstStyle>
          <a:p>
            <a:pPr>
              <a:defRPr/>
            </a:pPr>
            <a:fld id="{B5E5256C-919A-4817-B7EE-7D55C0BCBE54}" type="slidenum">
              <a:rPr lang="en-US"/>
              <a:pPr>
                <a:defRPr/>
              </a:pPr>
              <a:t>‹#›</a:t>
            </a:fld>
            <a:endParaRPr lang="en-US"/>
          </a:p>
        </p:txBody>
      </p:sp>
    </p:spTree>
    <p:extLst>
      <p:ext uri="{BB962C8B-B14F-4D97-AF65-F5344CB8AC3E}">
        <p14:creationId xmlns:p14="http://schemas.microsoft.com/office/powerpoint/2010/main" val="3691560316"/>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Geneva" charset="-128"/>
        <a:cs typeface="Geneva" charset="-128"/>
      </a:defRPr>
    </a:lvl1pPr>
    <a:lvl2pPr marL="457200" algn="l" defTabSz="457200" rtl="0" eaLnBrk="0" fontAlgn="base" hangingPunct="0">
      <a:spcBef>
        <a:spcPct val="30000"/>
      </a:spcBef>
      <a:spcAft>
        <a:spcPct val="0"/>
      </a:spcAft>
      <a:defRPr sz="1200" kern="1200">
        <a:solidFill>
          <a:schemeClr val="tx1"/>
        </a:solidFill>
        <a:latin typeface="+mn-lt"/>
        <a:ea typeface="Geneva"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Geneva"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Geneva"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Geneva"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06924" y="3209940"/>
            <a:ext cx="12545140" cy="2214906"/>
          </a:xfrm>
        </p:spPr>
        <p:txBody>
          <a:bodyPr/>
          <a:lstStyle/>
          <a:p>
            <a:r>
              <a:rPr lang="en-AU"/>
              <a:t>Click to edit Master title style</a:t>
            </a:r>
            <a:endParaRPr lang="en-US"/>
          </a:p>
        </p:txBody>
      </p:sp>
      <p:sp>
        <p:nvSpPr>
          <p:cNvPr id="3" name="Subtitle 2"/>
          <p:cNvSpPr>
            <a:spLocks noGrp="1"/>
          </p:cNvSpPr>
          <p:nvPr>
            <p:ph type="subTitle" idx="1"/>
          </p:nvPr>
        </p:nvSpPr>
        <p:spPr>
          <a:xfrm>
            <a:off x="2213848" y="5855388"/>
            <a:ext cx="10331292" cy="2640665"/>
          </a:xfrm>
        </p:spPr>
        <p:txBody>
          <a:bodyPr/>
          <a:lstStyle>
            <a:lvl1pPr marL="0" indent="0" algn="ctr">
              <a:buNone/>
              <a:defRPr>
                <a:solidFill>
                  <a:schemeClr val="tx1">
                    <a:tint val="75000"/>
                  </a:schemeClr>
                </a:solidFill>
              </a:defRPr>
            </a:lvl1pPr>
            <a:lvl2pPr marL="716890" indent="0" algn="ctr">
              <a:buNone/>
              <a:defRPr>
                <a:solidFill>
                  <a:schemeClr val="tx1">
                    <a:tint val="75000"/>
                  </a:schemeClr>
                </a:solidFill>
              </a:defRPr>
            </a:lvl2pPr>
            <a:lvl3pPr marL="1433779" indent="0" algn="ctr">
              <a:buNone/>
              <a:defRPr>
                <a:solidFill>
                  <a:schemeClr val="tx1">
                    <a:tint val="75000"/>
                  </a:schemeClr>
                </a:solidFill>
              </a:defRPr>
            </a:lvl3pPr>
            <a:lvl4pPr marL="2150669" indent="0" algn="ctr">
              <a:buNone/>
              <a:defRPr>
                <a:solidFill>
                  <a:schemeClr val="tx1">
                    <a:tint val="75000"/>
                  </a:schemeClr>
                </a:solidFill>
              </a:defRPr>
            </a:lvl4pPr>
            <a:lvl5pPr marL="2867558" indent="0" algn="ctr">
              <a:buNone/>
              <a:defRPr>
                <a:solidFill>
                  <a:schemeClr val="tx1">
                    <a:tint val="75000"/>
                  </a:schemeClr>
                </a:solidFill>
              </a:defRPr>
            </a:lvl5pPr>
            <a:lvl6pPr marL="3584448" indent="0" algn="ctr">
              <a:buNone/>
              <a:defRPr>
                <a:solidFill>
                  <a:schemeClr val="tx1">
                    <a:tint val="75000"/>
                  </a:schemeClr>
                </a:solidFill>
              </a:defRPr>
            </a:lvl6pPr>
            <a:lvl7pPr marL="4301338" indent="0" algn="ctr">
              <a:buNone/>
              <a:defRPr>
                <a:solidFill>
                  <a:schemeClr val="tx1">
                    <a:tint val="75000"/>
                  </a:schemeClr>
                </a:solidFill>
              </a:defRPr>
            </a:lvl7pPr>
            <a:lvl8pPr marL="5018227" indent="0" algn="ctr">
              <a:buNone/>
              <a:defRPr>
                <a:solidFill>
                  <a:schemeClr val="tx1">
                    <a:tint val="75000"/>
                  </a:schemeClr>
                </a:solidFill>
              </a:defRPr>
            </a:lvl8pPr>
            <a:lvl9pPr marL="5735117" indent="0" algn="ctr">
              <a:buNone/>
              <a:defRPr>
                <a:solidFill>
                  <a:schemeClr val="tx1">
                    <a:tint val="75000"/>
                  </a:schemeClr>
                </a:solidFill>
              </a:defRPr>
            </a:lvl9pPr>
          </a:lstStyle>
          <a:p>
            <a:r>
              <a:rPr lang="en-AU"/>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5CAC68B-D864-4606-AD5B-C211B22260C9}" type="datetime1">
              <a:rPr lang="en-US"/>
              <a:pPr>
                <a:defRPr/>
              </a:pPr>
              <a:t>5/10/2026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CD6B829-617E-46B8-8641-E065B8FDE8F6}" type="slidenum">
              <a:rPr lang="en-US"/>
              <a:pPr>
                <a:defRPr/>
              </a:pPr>
              <a:t>‹#›</a:t>
            </a:fld>
            <a:endParaRPr lang="en-US"/>
          </a:p>
        </p:txBody>
      </p:sp>
    </p:spTree>
    <p:extLst>
      <p:ext uri="{BB962C8B-B14F-4D97-AF65-F5344CB8AC3E}">
        <p14:creationId xmlns:p14="http://schemas.microsoft.com/office/powerpoint/2010/main" val="2488221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10" name="Straight Connector 9"/>
          <p:cNvCxnSpPr/>
          <p:nvPr userDrawn="1"/>
        </p:nvCxnSpPr>
        <p:spPr>
          <a:xfrm>
            <a:off x="0" y="47625"/>
            <a:ext cx="14773275" cy="1588"/>
          </a:xfrm>
          <a:prstGeom prst="line">
            <a:avLst/>
          </a:prstGeom>
          <a:ln w="19050" cap="flat" cmpd="sng" algn="ctr">
            <a:solidFill>
              <a:schemeClr val="accent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userDrawn="1"/>
        </p:nvCxnSpPr>
        <p:spPr>
          <a:xfrm>
            <a:off x="0" y="1109663"/>
            <a:ext cx="14773275" cy="1587"/>
          </a:xfrm>
          <a:prstGeom prst="line">
            <a:avLst/>
          </a:prstGeom>
          <a:ln w="19050" cap="flat" cmpd="sng" algn="ctr">
            <a:solidFill>
              <a:schemeClr val="accent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6" name="Text Placeholder 2"/>
          <p:cNvSpPr>
            <a:spLocks noGrp="1"/>
          </p:cNvSpPr>
          <p:nvPr>
            <p:ph idx="1"/>
          </p:nvPr>
        </p:nvSpPr>
        <p:spPr bwMode="auto">
          <a:xfrm>
            <a:off x="112538" y="1270000"/>
            <a:ext cx="3499731" cy="7656512"/>
          </a:xfrm>
          <a:prstGeom prst="rect">
            <a:avLst/>
          </a:prstGeom>
          <a:noFill/>
          <a:ln w="9525">
            <a:noFill/>
            <a:miter lim="800000"/>
            <a:headEnd/>
            <a:tailEnd/>
          </a:ln>
        </p:spPr>
        <p:txBody>
          <a:bodyPr/>
          <a:lstStyle>
            <a:lvl1pPr marL="0" indent="0" algn="l">
              <a:buNone/>
              <a:defRPr sz="1400">
                <a:latin typeface="Helvetica Neue"/>
                <a:cs typeface="Helvetica Neue"/>
              </a:defRPr>
            </a:lvl1pPr>
            <a:lvl2pPr algn="l">
              <a:buNone/>
              <a:defRPr sz="1800">
                <a:latin typeface="Helvetica Neue"/>
                <a:cs typeface="Helvetica Neue"/>
              </a:defRPr>
            </a:lvl2pPr>
            <a:lvl3pPr algn="l">
              <a:buNone/>
              <a:defRPr sz="1800">
                <a:latin typeface="Helvetica Neue"/>
                <a:cs typeface="Helvetica Neue"/>
              </a:defRPr>
            </a:lvl3pPr>
            <a:lvl4pPr algn="l">
              <a:buNone/>
              <a:defRPr sz="1800">
                <a:latin typeface="Helvetica Neue"/>
                <a:cs typeface="Helvetica Neue"/>
              </a:defRPr>
            </a:lvl4pPr>
            <a:lvl5pPr algn="l">
              <a:buNone/>
              <a:defRPr sz="1800">
                <a:latin typeface="Helvetica Neue"/>
                <a:cs typeface="Helvetica Neue"/>
              </a:defRPr>
            </a:lvl5pPr>
          </a:lstStyle>
          <a:p>
            <a:pPr lvl="0"/>
            <a:r>
              <a:rPr lang="en-AU" noProof="0" dirty="0"/>
              <a:t>Click to edit Master text styles</a:t>
            </a:r>
          </a:p>
          <a:p>
            <a:pPr lvl="0"/>
            <a:r>
              <a:rPr lang="en-AU" noProof="0" dirty="0"/>
              <a:t>Second level</a:t>
            </a:r>
          </a:p>
          <a:p>
            <a:pPr lvl="0"/>
            <a:r>
              <a:rPr lang="en-AU" noProof="0" dirty="0"/>
              <a:t>Third level</a:t>
            </a:r>
          </a:p>
          <a:p>
            <a:pPr lvl="0"/>
            <a:r>
              <a:rPr lang="en-AU" noProof="0" dirty="0"/>
              <a:t>Fourth level</a:t>
            </a:r>
          </a:p>
          <a:p>
            <a:pPr lvl="0"/>
            <a:r>
              <a:rPr lang="en-AU" noProof="0" dirty="0"/>
              <a:t>Fifth level</a:t>
            </a:r>
            <a:endParaRPr lang="en-US" noProof="0" dirty="0"/>
          </a:p>
        </p:txBody>
      </p:sp>
      <p:sp>
        <p:nvSpPr>
          <p:cNvPr id="9" name="Title 8"/>
          <p:cNvSpPr>
            <a:spLocks noGrp="1"/>
          </p:cNvSpPr>
          <p:nvPr>
            <p:ph type="title"/>
          </p:nvPr>
        </p:nvSpPr>
        <p:spPr>
          <a:xfrm>
            <a:off x="449969" y="-24897"/>
            <a:ext cx="14311745" cy="697998"/>
          </a:xfrm>
        </p:spPr>
        <p:txBody>
          <a:bodyPr/>
          <a:lstStyle>
            <a:lvl1pPr algn="r">
              <a:defRPr sz="4800" cap="all">
                <a:solidFill>
                  <a:srgbClr val="271D65"/>
                </a:solidFill>
                <a:latin typeface="Bodoni MT"/>
                <a:cs typeface="Bodoni MT"/>
              </a:defRPr>
            </a:lvl1pPr>
          </a:lstStyle>
          <a:p>
            <a:r>
              <a:rPr lang="en-AU" dirty="0"/>
              <a:t>Click to edit Master title style</a:t>
            </a:r>
            <a:endParaRPr lang="en-US" dirty="0"/>
          </a:p>
        </p:txBody>
      </p:sp>
      <p:sp>
        <p:nvSpPr>
          <p:cNvPr id="14" name="Subtitle 2"/>
          <p:cNvSpPr>
            <a:spLocks noGrp="1"/>
          </p:cNvSpPr>
          <p:nvPr>
            <p:ph type="subTitle" idx="10"/>
          </p:nvPr>
        </p:nvSpPr>
        <p:spPr>
          <a:xfrm>
            <a:off x="4403883" y="673101"/>
            <a:ext cx="10331292" cy="441721"/>
          </a:xfrm>
        </p:spPr>
        <p:txBody>
          <a:bodyPr tIns="0">
            <a:noAutofit/>
          </a:bodyPr>
          <a:lstStyle>
            <a:lvl1pPr marL="0" indent="0" algn="r">
              <a:spcBef>
                <a:spcPts val="0"/>
              </a:spcBef>
              <a:buNone/>
              <a:defRPr sz="2400">
                <a:solidFill>
                  <a:srgbClr val="271D65"/>
                </a:solidFill>
              </a:defRPr>
            </a:lvl1pPr>
            <a:lvl2pPr marL="716890" indent="0" algn="ctr">
              <a:buNone/>
              <a:defRPr>
                <a:solidFill>
                  <a:schemeClr val="tx1">
                    <a:tint val="75000"/>
                  </a:schemeClr>
                </a:solidFill>
              </a:defRPr>
            </a:lvl2pPr>
            <a:lvl3pPr marL="1433779" indent="0" algn="ctr">
              <a:buNone/>
              <a:defRPr>
                <a:solidFill>
                  <a:schemeClr val="tx1">
                    <a:tint val="75000"/>
                  </a:schemeClr>
                </a:solidFill>
              </a:defRPr>
            </a:lvl3pPr>
            <a:lvl4pPr marL="2150669" indent="0" algn="ctr">
              <a:buNone/>
              <a:defRPr>
                <a:solidFill>
                  <a:schemeClr val="tx1">
                    <a:tint val="75000"/>
                  </a:schemeClr>
                </a:solidFill>
              </a:defRPr>
            </a:lvl4pPr>
            <a:lvl5pPr marL="2867558" indent="0" algn="ctr">
              <a:buNone/>
              <a:defRPr>
                <a:solidFill>
                  <a:schemeClr val="tx1">
                    <a:tint val="75000"/>
                  </a:schemeClr>
                </a:solidFill>
              </a:defRPr>
            </a:lvl5pPr>
            <a:lvl6pPr marL="3584448" indent="0" algn="ctr">
              <a:buNone/>
              <a:defRPr>
                <a:solidFill>
                  <a:schemeClr val="tx1">
                    <a:tint val="75000"/>
                  </a:schemeClr>
                </a:solidFill>
              </a:defRPr>
            </a:lvl6pPr>
            <a:lvl7pPr marL="4301338" indent="0" algn="ctr">
              <a:buNone/>
              <a:defRPr>
                <a:solidFill>
                  <a:schemeClr val="tx1">
                    <a:tint val="75000"/>
                  </a:schemeClr>
                </a:solidFill>
              </a:defRPr>
            </a:lvl7pPr>
            <a:lvl8pPr marL="5018227" indent="0" algn="ctr">
              <a:buNone/>
              <a:defRPr>
                <a:solidFill>
                  <a:schemeClr val="tx1">
                    <a:tint val="75000"/>
                  </a:schemeClr>
                </a:solidFill>
              </a:defRPr>
            </a:lvl8pPr>
            <a:lvl9pPr marL="5735117" indent="0" algn="ctr">
              <a:buNone/>
              <a:defRPr>
                <a:solidFill>
                  <a:schemeClr val="tx1">
                    <a:tint val="75000"/>
                  </a:schemeClr>
                </a:solidFill>
              </a:defRPr>
            </a:lvl9pPr>
          </a:lstStyle>
          <a:p>
            <a:r>
              <a:rPr lang="en-AU" dirty="0"/>
              <a:t>Click to edit Master subtitle style</a:t>
            </a:r>
            <a:endParaRPr lang="en-US" dirty="0"/>
          </a:p>
        </p:txBody>
      </p:sp>
      <p:sp>
        <p:nvSpPr>
          <p:cNvPr id="15" name="Text Placeholder 2"/>
          <p:cNvSpPr>
            <a:spLocks noGrp="1"/>
          </p:cNvSpPr>
          <p:nvPr>
            <p:ph idx="11"/>
          </p:nvPr>
        </p:nvSpPr>
        <p:spPr bwMode="auto">
          <a:xfrm>
            <a:off x="3789482" y="1270000"/>
            <a:ext cx="3499731" cy="7656512"/>
          </a:xfrm>
          <a:prstGeom prst="rect">
            <a:avLst/>
          </a:prstGeom>
          <a:noFill/>
          <a:ln w="9525">
            <a:noFill/>
            <a:miter lim="800000"/>
            <a:headEnd/>
            <a:tailEnd/>
          </a:ln>
        </p:spPr>
        <p:txBody>
          <a:bodyPr/>
          <a:lstStyle>
            <a:lvl1pPr marL="0" indent="0" algn="l">
              <a:buNone/>
              <a:defRPr sz="1400">
                <a:latin typeface="Helvetica Neue"/>
                <a:cs typeface="Helvetica Neue"/>
              </a:defRPr>
            </a:lvl1pPr>
            <a:lvl2pPr algn="l">
              <a:buNone/>
              <a:defRPr sz="1800">
                <a:latin typeface="Helvetica Neue"/>
                <a:cs typeface="Helvetica Neue"/>
              </a:defRPr>
            </a:lvl2pPr>
            <a:lvl3pPr algn="l">
              <a:buNone/>
              <a:defRPr sz="1800">
                <a:latin typeface="Helvetica Neue"/>
                <a:cs typeface="Helvetica Neue"/>
              </a:defRPr>
            </a:lvl3pPr>
            <a:lvl4pPr algn="l">
              <a:buNone/>
              <a:defRPr sz="1800">
                <a:latin typeface="Helvetica Neue"/>
                <a:cs typeface="Helvetica Neue"/>
              </a:defRPr>
            </a:lvl4pPr>
            <a:lvl5pPr algn="l">
              <a:buNone/>
              <a:defRPr sz="1800">
                <a:latin typeface="Helvetica Neue"/>
                <a:cs typeface="Helvetica Neue"/>
              </a:defRPr>
            </a:lvl5pPr>
          </a:lstStyle>
          <a:p>
            <a:pPr lvl="0"/>
            <a:r>
              <a:rPr lang="en-AU" noProof="0" dirty="0"/>
              <a:t>Click to edit Master text styles</a:t>
            </a:r>
          </a:p>
          <a:p>
            <a:pPr lvl="0"/>
            <a:r>
              <a:rPr lang="en-AU" noProof="0" dirty="0"/>
              <a:t>Second level</a:t>
            </a:r>
          </a:p>
          <a:p>
            <a:pPr lvl="0"/>
            <a:r>
              <a:rPr lang="en-AU" noProof="0" dirty="0"/>
              <a:t>Third level</a:t>
            </a:r>
          </a:p>
          <a:p>
            <a:pPr lvl="0"/>
            <a:r>
              <a:rPr lang="en-AU" noProof="0" dirty="0"/>
              <a:t>Fourth level</a:t>
            </a:r>
          </a:p>
          <a:p>
            <a:pPr lvl="0"/>
            <a:r>
              <a:rPr lang="en-AU" noProof="0" dirty="0"/>
              <a:t>Fifth level</a:t>
            </a:r>
            <a:endParaRPr lang="en-US" noProof="0" dirty="0"/>
          </a:p>
        </p:txBody>
      </p:sp>
      <p:sp>
        <p:nvSpPr>
          <p:cNvPr id="16" name="Text Placeholder 2"/>
          <p:cNvSpPr>
            <a:spLocks noGrp="1"/>
          </p:cNvSpPr>
          <p:nvPr>
            <p:ph idx="12"/>
          </p:nvPr>
        </p:nvSpPr>
        <p:spPr bwMode="auto">
          <a:xfrm>
            <a:off x="7466426" y="1270000"/>
            <a:ext cx="3499731" cy="7656512"/>
          </a:xfrm>
          <a:prstGeom prst="rect">
            <a:avLst/>
          </a:prstGeom>
          <a:noFill/>
          <a:ln w="9525">
            <a:noFill/>
            <a:miter lim="800000"/>
            <a:headEnd/>
            <a:tailEnd/>
          </a:ln>
        </p:spPr>
        <p:txBody>
          <a:bodyPr/>
          <a:lstStyle>
            <a:lvl1pPr marL="0" indent="0" algn="l">
              <a:buNone/>
              <a:defRPr sz="1400">
                <a:latin typeface="Helvetica Neue"/>
                <a:cs typeface="Helvetica Neue"/>
              </a:defRPr>
            </a:lvl1pPr>
            <a:lvl2pPr algn="l">
              <a:buNone/>
              <a:defRPr sz="1800">
                <a:latin typeface="Helvetica Neue"/>
                <a:cs typeface="Helvetica Neue"/>
              </a:defRPr>
            </a:lvl2pPr>
            <a:lvl3pPr algn="l">
              <a:buNone/>
              <a:defRPr sz="1800">
                <a:latin typeface="Helvetica Neue"/>
                <a:cs typeface="Helvetica Neue"/>
              </a:defRPr>
            </a:lvl3pPr>
            <a:lvl4pPr algn="l">
              <a:buNone/>
              <a:defRPr sz="1800">
                <a:latin typeface="Helvetica Neue"/>
                <a:cs typeface="Helvetica Neue"/>
              </a:defRPr>
            </a:lvl4pPr>
            <a:lvl5pPr algn="l">
              <a:buNone/>
              <a:defRPr sz="1800">
                <a:latin typeface="Helvetica Neue"/>
                <a:cs typeface="Helvetica Neue"/>
              </a:defRPr>
            </a:lvl5pPr>
          </a:lstStyle>
          <a:p>
            <a:pPr lvl="0"/>
            <a:r>
              <a:rPr lang="en-AU" noProof="0" dirty="0"/>
              <a:t>Click to edit Master text styles</a:t>
            </a:r>
          </a:p>
          <a:p>
            <a:pPr lvl="0"/>
            <a:r>
              <a:rPr lang="en-AU" noProof="0" dirty="0"/>
              <a:t>Second level</a:t>
            </a:r>
          </a:p>
          <a:p>
            <a:pPr lvl="0"/>
            <a:r>
              <a:rPr lang="en-AU" noProof="0" dirty="0"/>
              <a:t>Third level</a:t>
            </a:r>
          </a:p>
          <a:p>
            <a:pPr lvl="0"/>
            <a:r>
              <a:rPr lang="en-AU" noProof="0" dirty="0"/>
              <a:t>Fourth level</a:t>
            </a:r>
          </a:p>
          <a:p>
            <a:pPr lvl="0"/>
            <a:r>
              <a:rPr lang="en-AU" noProof="0" dirty="0"/>
              <a:t>Fifth level</a:t>
            </a:r>
            <a:endParaRPr lang="en-US" noProof="0" dirty="0"/>
          </a:p>
        </p:txBody>
      </p:sp>
      <p:sp>
        <p:nvSpPr>
          <p:cNvPr id="17" name="Text Placeholder 2"/>
          <p:cNvSpPr>
            <a:spLocks noGrp="1"/>
          </p:cNvSpPr>
          <p:nvPr>
            <p:ph idx="13"/>
          </p:nvPr>
        </p:nvSpPr>
        <p:spPr bwMode="auto">
          <a:xfrm>
            <a:off x="11143369" y="1270000"/>
            <a:ext cx="3499731" cy="7656512"/>
          </a:xfrm>
          <a:prstGeom prst="rect">
            <a:avLst/>
          </a:prstGeom>
          <a:noFill/>
          <a:ln w="9525">
            <a:noFill/>
            <a:miter lim="800000"/>
            <a:headEnd/>
            <a:tailEnd/>
          </a:ln>
        </p:spPr>
        <p:txBody>
          <a:bodyPr/>
          <a:lstStyle>
            <a:lvl1pPr marL="0" indent="0" algn="l">
              <a:buNone/>
              <a:defRPr sz="1400">
                <a:latin typeface="Helvetica Neue"/>
                <a:cs typeface="Helvetica Neue"/>
              </a:defRPr>
            </a:lvl1pPr>
            <a:lvl2pPr algn="l">
              <a:buNone/>
              <a:defRPr sz="1800">
                <a:latin typeface="Helvetica Neue"/>
                <a:cs typeface="Helvetica Neue"/>
              </a:defRPr>
            </a:lvl2pPr>
            <a:lvl3pPr algn="l">
              <a:buNone/>
              <a:defRPr sz="1800">
                <a:latin typeface="Helvetica Neue"/>
                <a:cs typeface="Helvetica Neue"/>
              </a:defRPr>
            </a:lvl3pPr>
            <a:lvl4pPr algn="l">
              <a:buNone/>
              <a:defRPr sz="1800">
                <a:latin typeface="Helvetica Neue"/>
                <a:cs typeface="Helvetica Neue"/>
              </a:defRPr>
            </a:lvl4pPr>
            <a:lvl5pPr algn="l">
              <a:buNone/>
              <a:defRPr sz="1800">
                <a:latin typeface="Helvetica Neue"/>
                <a:cs typeface="Helvetica Neue"/>
              </a:defRPr>
            </a:lvl5pPr>
          </a:lstStyle>
          <a:p>
            <a:pPr lvl="0"/>
            <a:r>
              <a:rPr lang="en-AU" noProof="0" dirty="0"/>
              <a:t>Click to edit Master text styles</a:t>
            </a:r>
          </a:p>
          <a:p>
            <a:pPr lvl="0"/>
            <a:r>
              <a:rPr lang="en-AU" noProof="0" dirty="0"/>
              <a:t>Second level</a:t>
            </a:r>
          </a:p>
          <a:p>
            <a:pPr lvl="0"/>
            <a:r>
              <a:rPr lang="en-AU" noProof="0" dirty="0"/>
              <a:t>Third level</a:t>
            </a:r>
          </a:p>
          <a:p>
            <a:pPr lvl="0"/>
            <a:r>
              <a:rPr lang="en-AU" noProof="0" dirty="0"/>
              <a:t>Fourth level</a:t>
            </a:r>
          </a:p>
          <a:p>
            <a:pPr lvl="0"/>
            <a:r>
              <a:rPr lang="en-AU" noProof="0" dirty="0"/>
              <a:t>Fifth level</a:t>
            </a:r>
            <a:endParaRPr lang="en-US" noProof="0" dirty="0"/>
          </a:p>
        </p:txBody>
      </p:sp>
    </p:spTree>
    <p:extLst>
      <p:ext uri="{BB962C8B-B14F-4D97-AF65-F5344CB8AC3E}">
        <p14:creationId xmlns:p14="http://schemas.microsoft.com/office/powerpoint/2010/main" val="3111724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738188" y="414338"/>
            <a:ext cx="13282612" cy="1720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143378" tIns="71689" rIns="143378" bIns="71689" numCol="1" anchor="ctr" anchorCtr="0" compatLnSpc="1">
            <a:prstTxWarp prst="textNoShape">
              <a:avLst/>
            </a:prstTxWarp>
          </a:bodyPr>
          <a:lstStyle/>
          <a:p>
            <a:pPr lvl="0"/>
            <a:r>
              <a:rPr lang="en-AU"/>
              <a:t>Click to edit Master title style</a:t>
            </a:r>
            <a:endParaRPr lang="en-US"/>
          </a:p>
        </p:txBody>
      </p:sp>
      <p:sp>
        <p:nvSpPr>
          <p:cNvPr id="1027" name="Text Placeholder 2"/>
          <p:cNvSpPr>
            <a:spLocks noGrp="1"/>
          </p:cNvSpPr>
          <p:nvPr>
            <p:ph type="body" idx="1"/>
          </p:nvPr>
        </p:nvSpPr>
        <p:spPr bwMode="auto">
          <a:xfrm>
            <a:off x="738188" y="2411413"/>
            <a:ext cx="13282612" cy="6818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143378" tIns="71689" rIns="143378" bIns="71689" numCol="1" anchor="t" anchorCtr="0" compatLnSpc="1">
            <a:prstTxWarp prst="textNoShape">
              <a:avLst/>
            </a:prstTxWarp>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2"/>
          </p:nvPr>
        </p:nvSpPr>
        <p:spPr>
          <a:xfrm>
            <a:off x="738188" y="9577388"/>
            <a:ext cx="3443287" cy="549275"/>
          </a:xfrm>
          <a:prstGeom prst="rect">
            <a:avLst/>
          </a:prstGeom>
        </p:spPr>
        <p:txBody>
          <a:bodyPr vert="horz" wrap="square" lIns="143378" tIns="71689" rIns="143378" bIns="71689" numCol="1" anchor="ctr" anchorCtr="0" compatLnSpc="1">
            <a:prstTxWarp prst="textNoShape">
              <a:avLst/>
            </a:prstTxWarp>
          </a:bodyPr>
          <a:lstStyle>
            <a:lvl1pPr>
              <a:defRPr sz="1900" smtClean="0">
                <a:solidFill>
                  <a:srgbClr val="898989"/>
                </a:solidFill>
                <a:latin typeface="Calibri" charset="0"/>
              </a:defRPr>
            </a:lvl1pPr>
          </a:lstStyle>
          <a:p>
            <a:pPr>
              <a:defRPr/>
            </a:pPr>
            <a:fld id="{7D7629C7-CFF9-459C-9750-3C329516BF3C}" type="datetime1">
              <a:rPr lang="en-US"/>
              <a:pPr>
                <a:defRPr/>
              </a:pPr>
              <a:t>5/10/2026</a:t>
            </a:fld>
            <a:endParaRPr lang="en-US"/>
          </a:p>
        </p:txBody>
      </p:sp>
      <p:sp>
        <p:nvSpPr>
          <p:cNvPr id="5" name="Footer Placeholder 4"/>
          <p:cNvSpPr>
            <a:spLocks noGrp="1"/>
          </p:cNvSpPr>
          <p:nvPr>
            <p:ph type="ftr" sz="quarter" idx="3"/>
          </p:nvPr>
        </p:nvSpPr>
        <p:spPr>
          <a:xfrm>
            <a:off x="5041900" y="9577388"/>
            <a:ext cx="4675188" cy="549275"/>
          </a:xfrm>
          <a:prstGeom prst="rect">
            <a:avLst/>
          </a:prstGeom>
        </p:spPr>
        <p:txBody>
          <a:bodyPr vert="horz" lIns="143378" tIns="71689" rIns="143378" bIns="71689" rtlCol="0" anchor="ctr"/>
          <a:lstStyle>
            <a:lvl1pPr algn="ctr" defTabSz="716890" fontAlgn="auto">
              <a:spcBef>
                <a:spcPts val="0"/>
              </a:spcBef>
              <a:spcAft>
                <a:spcPts val="0"/>
              </a:spcAft>
              <a:defRPr sz="19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10577513" y="9577388"/>
            <a:ext cx="3443287" cy="549275"/>
          </a:xfrm>
          <a:prstGeom prst="rect">
            <a:avLst/>
          </a:prstGeom>
        </p:spPr>
        <p:txBody>
          <a:bodyPr vert="horz" wrap="square" lIns="143378" tIns="71689" rIns="143378" bIns="71689" numCol="1" anchor="ctr" anchorCtr="0" compatLnSpc="1">
            <a:prstTxWarp prst="textNoShape">
              <a:avLst/>
            </a:prstTxWarp>
          </a:bodyPr>
          <a:lstStyle>
            <a:lvl1pPr algn="r">
              <a:defRPr sz="1900" smtClean="0">
                <a:solidFill>
                  <a:srgbClr val="898989"/>
                </a:solidFill>
                <a:latin typeface="Calibri" charset="0"/>
              </a:defRPr>
            </a:lvl1pPr>
          </a:lstStyle>
          <a:p>
            <a:pPr>
              <a:defRPr/>
            </a:pPr>
            <a:fld id="{89B52F6F-59E5-4E8F-A507-C71A1C05D50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ctr" defTabSz="715963" rtl="0" eaLnBrk="0" fontAlgn="base" hangingPunct="0">
        <a:spcBef>
          <a:spcPct val="0"/>
        </a:spcBef>
        <a:spcAft>
          <a:spcPct val="0"/>
        </a:spcAft>
        <a:defRPr sz="6900" kern="1200">
          <a:solidFill>
            <a:schemeClr val="tx1"/>
          </a:solidFill>
          <a:latin typeface="Didot"/>
          <a:ea typeface="Geneva" charset="-128"/>
          <a:cs typeface="Didot"/>
        </a:defRPr>
      </a:lvl1pPr>
      <a:lvl2pPr algn="ctr" defTabSz="715963" rtl="0" eaLnBrk="0" fontAlgn="base" hangingPunct="0">
        <a:spcBef>
          <a:spcPct val="0"/>
        </a:spcBef>
        <a:spcAft>
          <a:spcPct val="0"/>
        </a:spcAft>
        <a:defRPr sz="6900">
          <a:solidFill>
            <a:schemeClr val="tx1"/>
          </a:solidFill>
          <a:latin typeface="Didot" charset="0"/>
          <a:ea typeface="Geneva" charset="-128"/>
          <a:cs typeface="Didot" charset="0"/>
        </a:defRPr>
      </a:lvl2pPr>
      <a:lvl3pPr algn="ctr" defTabSz="715963" rtl="0" eaLnBrk="0" fontAlgn="base" hangingPunct="0">
        <a:spcBef>
          <a:spcPct val="0"/>
        </a:spcBef>
        <a:spcAft>
          <a:spcPct val="0"/>
        </a:spcAft>
        <a:defRPr sz="6900">
          <a:solidFill>
            <a:schemeClr val="tx1"/>
          </a:solidFill>
          <a:latin typeface="Didot" charset="0"/>
          <a:ea typeface="Geneva" charset="-128"/>
          <a:cs typeface="Didot" charset="0"/>
        </a:defRPr>
      </a:lvl3pPr>
      <a:lvl4pPr algn="ctr" defTabSz="715963" rtl="0" eaLnBrk="0" fontAlgn="base" hangingPunct="0">
        <a:spcBef>
          <a:spcPct val="0"/>
        </a:spcBef>
        <a:spcAft>
          <a:spcPct val="0"/>
        </a:spcAft>
        <a:defRPr sz="6900">
          <a:solidFill>
            <a:schemeClr val="tx1"/>
          </a:solidFill>
          <a:latin typeface="Didot" charset="0"/>
          <a:ea typeface="Geneva" charset="-128"/>
          <a:cs typeface="Didot" charset="0"/>
        </a:defRPr>
      </a:lvl4pPr>
      <a:lvl5pPr algn="ctr" defTabSz="715963" rtl="0" eaLnBrk="0" fontAlgn="base" hangingPunct="0">
        <a:spcBef>
          <a:spcPct val="0"/>
        </a:spcBef>
        <a:spcAft>
          <a:spcPct val="0"/>
        </a:spcAft>
        <a:defRPr sz="6900">
          <a:solidFill>
            <a:schemeClr val="tx1"/>
          </a:solidFill>
          <a:latin typeface="Didot" charset="0"/>
          <a:ea typeface="Geneva" charset="-128"/>
          <a:cs typeface="Didot" charset="0"/>
        </a:defRPr>
      </a:lvl5pPr>
      <a:lvl6pPr marL="457200" algn="ctr" defTabSz="715963" rtl="0" fontAlgn="base">
        <a:spcBef>
          <a:spcPct val="0"/>
        </a:spcBef>
        <a:spcAft>
          <a:spcPct val="0"/>
        </a:spcAft>
        <a:defRPr sz="6900">
          <a:solidFill>
            <a:schemeClr val="tx1"/>
          </a:solidFill>
          <a:latin typeface="Calibri" charset="0"/>
          <a:ea typeface="Geneva" charset="-128"/>
          <a:cs typeface="Geneva" charset="-128"/>
        </a:defRPr>
      </a:lvl6pPr>
      <a:lvl7pPr marL="914400" algn="ctr" defTabSz="715963" rtl="0" fontAlgn="base">
        <a:spcBef>
          <a:spcPct val="0"/>
        </a:spcBef>
        <a:spcAft>
          <a:spcPct val="0"/>
        </a:spcAft>
        <a:defRPr sz="6900">
          <a:solidFill>
            <a:schemeClr val="tx1"/>
          </a:solidFill>
          <a:latin typeface="Calibri" charset="0"/>
          <a:ea typeface="Geneva" charset="-128"/>
          <a:cs typeface="Geneva" charset="-128"/>
        </a:defRPr>
      </a:lvl7pPr>
      <a:lvl8pPr marL="1371600" algn="ctr" defTabSz="715963" rtl="0" fontAlgn="base">
        <a:spcBef>
          <a:spcPct val="0"/>
        </a:spcBef>
        <a:spcAft>
          <a:spcPct val="0"/>
        </a:spcAft>
        <a:defRPr sz="6900">
          <a:solidFill>
            <a:schemeClr val="tx1"/>
          </a:solidFill>
          <a:latin typeface="Calibri" charset="0"/>
          <a:ea typeface="Geneva" charset="-128"/>
          <a:cs typeface="Geneva" charset="-128"/>
        </a:defRPr>
      </a:lvl8pPr>
      <a:lvl9pPr marL="1828800" algn="ctr" defTabSz="715963" rtl="0" fontAlgn="base">
        <a:spcBef>
          <a:spcPct val="0"/>
        </a:spcBef>
        <a:spcAft>
          <a:spcPct val="0"/>
        </a:spcAft>
        <a:defRPr sz="6900">
          <a:solidFill>
            <a:schemeClr val="tx1"/>
          </a:solidFill>
          <a:latin typeface="Calibri" charset="0"/>
          <a:ea typeface="Geneva" charset="-128"/>
          <a:cs typeface="Geneva" charset="-128"/>
        </a:defRPr>
      </a:lvl9pPr>
    </p:titleStyle>
    <p:bodyStyle>
      <a:lvl1pPr marL="536575" indent="-536575" algn="l" defTabSz="715963" rtl="0" eaLnBrk="0" fontAlgn="base" hangingPunct="0">
        <a:spcBef>
          <a:spcPct val="20000"/>
        </a:spcBef>
        <a:spcAft>
          <a:spcPct val="0"/>
        </a:spcAft>
        <a:buFont typeface="Arial" charset="0"/>
        <a:buChar char="•"/>
        <a:defRPr sz="5000" kern="1200">
          <a:solidFill>
            <a:schemeClr val="tx1"/>
          </a:solidFill>
          <a:latin typeface="Helvetica Neue"/>
          <a:ea typeface="Geneva" charset="-128"/>
          <a:cs typeface="Helvetica Neue"/>
        </a:defRPr>
      </a:lvl1pPr>
      <a:lvl2pPr marL="1163638" indent="-447675" algn="l" defTabSz="715963" rtl="0" eaLnBrk="0" fontAlgn="base" hangingPunct="0">
        <a:spcBef>
          <a:spcPct val="20000"/>
        </a:spcBef>
        <a:spcAft>
          <a:spcPct val="0"/>
        </a:spcAft>
        <a:buFont typeface="Arial" charset="0"/>
        <a:buChar char="•"/>
        <a:defRPr sz="4400" kern="1200">
          <a:solidFill>
            <a:schemeClr val="tx1"/>
          </a:solidFill>
          <a:latin typeface="Helvetica Neue"/>
          <a:ea typeface="Geneva" charset="-128"/>
          <a:cs typeface="Helvetica Neue"/>
        </a:defRPr>
      </a:lvl2pPr>
      <a:lvl3pPr marL="1790700" indent="-357188" algn="l" defTabSz="715963" rtl="0" eaLnBrk="0" fontAlgn="base" hangingPunct="0">
        <a:spcBef>
          <a:spcPct val="20000"/>
        </a:spcBef>
        <a:spcAft>
          <a:spcPct val="0"/>
        </a:spcAft>
        <a:buFont typeface="Arial" charset="0"/>
        <a:buChar char="•"/>
        <a:defRPr sz="3800" kern="1200">
          <a:solidFill>
            <a:schemeClr val="tx1"/>
          </a:solidFill>
          <a:latin typeface="Helvetica Neue"/>
          <a:ea typeface="Geneva" charset="-128"/>
          <a:cs typeface="Helvetica Neue"/>
        </a:defRPr>
      </a:lvl3pPr>
      <a:lvl4pPr marL="2508250" indent="-357188" algn="l" defTabSz="715963" rtl="0" eaLnBrk="0" fontAlgn="base" hangingPunct="0">
        <a:spcBef>
          <a:spcPct val="20000"/>
        </a:spcBef>
        <a:spcAft>
          <a:spcPct val="0"/>
        </a:spcAft>
        <a:buFont typeface="Arial" charset="0"/>
        <a:buChar char="•"/>
        <a:defRPr sz="3100" kern="1200">
          <a:solidFill>
            <a:schemeClr val="tx1"/>
          </a:solidFill>
          <a:latin typeface="Helvetica Neue"/>
          <a:ea typeface="Geneva" charset="-128"/>
          <a:cs typeface="Helvetica Neue"/>
        </a:defRPr>
      </a:lvl4pPr>
      <a:lvl5pPr marL="3225800" indent="-357188" algn="l" defTabSz="715963" rtl="0" eaLnBrk="0" fontAlgn="base" hangingPunct="0">
        <a:spcBef>
          <a:spcPct val="20000"/>
        </a:spcBef>
        <a:spcAft>
          <a:spcPct val="0"/>
        </a:spcAft>
        <a:buFont typeface="Arial" charset="0"/>
        <a:buChar char="•"/>
        <a:defRPr sz="3100" kern="1200">
          <a:solidFill>
            <a:schemeClr val="tx1"/>
          </a:solidFill>
          <a:latin typeface="Helvetica Neue"/>
          <a:ea typeface="Geneva" charset="-128"/>
          <a:cs typeface="Helvetica Neue"/>
        </a:defRPr>
      </a:lvl5pPr>
      <a:lvl6pPr marL="3942893" indent="-358445" algn="l" defTabSz="716890" rtl="0" eaLnBrk="1" latinLnBrk="0" hangingPunct="1">
        <a:spcBef>
          <a:spcPct val="20000"/>
        </a:spcBef>
        <a:buFont typeface="Arial"/>
        <a:buChar char="•"/>
        <a:defRPr sz="3100" kern="1200">
          <a:solidFill>
            <a:schemeClr val="tx1"/>
          </a:solidFill>
          <a:latin typeface="+mn-lt"/>
          <a:ea typeface="+mn-ea"/>
          <a:cs typeface="+mn-cs"/>
        </a:defRPr>
      </a:lvl6pPr>
      <a:lvl7pPr marL="4659782" indent="-358445" algn="l" defTabSz="716890" rtl="0" eaLnBrk="1" latinLnBrk="0" hangingPunct="1">
        <a:spcBef>
          <a:spcPct val="20000"/>
        </a:spcBef>
        <a:buFont typeface="Arial"/>
        <a:buChar char="•"/>
        <a:defRPr sz="3100" kern="1200">
          <a:solidFill>
            <a:schemeClr val="tx1"/>
          </a:solidFill>
          <a:latin typeface="+mn-lt"/>
          <a:ea typeface="+mn-ea"/>
          <a:cs typeface="+mn-cs"/>
        </a:defRPr>
      </a:lvl7pPr>
      <a:lvl8pPr marL="5376672" indent="-358445" algn="l" defTabSz="716890" rtl="0" eaLnBrk="1" latinLnBrk="0" hangingPunct="1">
        <a:spcBef>
          <a:spcPct val="20000"/>
        </a:spcBef>
        <a:buFont typeface="Arial"/>
        <a:buChar char="•"/>
        <a:defRPr sz="3100" kern="1200">
          <a:solidFill>
            <a:schemeClr val="tx1"/>
          </a:solidFill>
          <a:latin typeface="+mn-lt"/>
          <a:ea typeface="+mn-ea"/>
          <a:cs typeface="+mn-cs"/>
        </a:defRPr>
      </a:lvl8pPr>
      <a:lvl9pPr marL="6093562" indent="-358445" algn="l" defTabSz="716890" rtl="0" eaLnBrk="1" latinLnBrk="0" hangingPunct="1">
        <a:spcBef>
          <a:spcPct val="20000"/>
        </a:spcBef>
        <a:buFont typeface="Arial"/>
        <a:buChar char="•"/>
        <a:defRPr sz="3100" kern="1200">
          <a:solidFill>
            <a:schemeClr val="tx1"/>
          </a:solidFill>
          <a:latin typeface="+mn-lt"/>
          <a:ea typeface="+mn-ea"/>
          <a:cs typeface="+mn-cs"/>
        </a:defRPr>
      </a:lvl9pPr>
    </p:bodyStyle>
    <p:otherStyle>
      <a:defPPr>
        <a:defRPr lang="en-US"/>
      </a:defPPr>
      <a:lvl1pPr marL="0" algn="l" defTabSz="716890" rtl="0" eaLnBrk="1" latinLnBrk="0" hangingPunct="1">
        <a:defRPr sz="2800" kern="1200">
          <a:solidFill>
            <a:schemeClr val="tx1"/>
          </a:solidFill>
          <a:latin typeface="+mn-lt"/>
          <a:ea typeface="+mn-ea"/>
          <a:cs typeface="+mn-cs"/>
        </a:defRPr>
      </a:lvl1pPr>
      <a:lvl2pPr marL="716890" algn="l" defTabSz="716890" rtl="0" eaLnBrk="1" latinLnBrk="0" hangingPunct="1">
        <a:defRPr sz="2800" kern="1200">
          <a:solidFill>
            <a:schemeClr val="tx1"/>
          </a:solidFill>
          <a:latin typeface="+mn-lt"/>
          <a:ea typeface="+mn-ea"/>
          <a:cs typeface="+mn-cs"/>
        </a:defRPr>
      </a:lvl2pPr>
      <a:lvl3pPr marL="1433779" algn="l" defTabSz="716890" rtl="0" eaLnBrk="1" latinLnBrk="0" hangingPunct="1">
        <a:defRPr sz="2800" kern="1200">
          <a:solidFill>
            <a:schemeClr val="tx1"/>
          </a:solidFill>
          <a:latin typeface="+mn-lt"/>
          <a:ea typeface="+mn-ea"/>
          <a:cs typeface="+mn-cs"/>
        </a:defRPr>
      </a:lvl3pPr>
      <a:lvl4pPr marL="2150669" algn="l" defTabSz="716890" rtl="0" eaLnBrk="1" latinLnBrk="0" hangingPunct="1">
        <a:defRPr sz="2800" kern="1200">
          <a:solidFill>
            <a:schemeClr val="tx1"/>
          </a:solidFill>
          <a:latin typeface="+mn-lt"/>
          <a:ea typeface="+mn-ea"/>
          <a:cs typeface="+mn-cs"/>
        </a:defRPr>
      </a:lvl4pPr>
      <a:lvl5pPr marL="2867558" algn="l" defTabSz="716890" rtl="0" eaLnBrk="1" latinLnBrk="0" hangingPunct="1">
        <a:defRPr sz="2800" kern="1200">
          <a:solidFill>
            <a:schemeClr val="tx1"/>
          </a:solidFill>
          <a:latin typeface="+mn-lt"/>
          <a:ea typeface="+mn-ea"/>
          <a:cs typeface="+mn-cs"/>
        </a:defRPr>
      </a:lvl5pPr>
      <a:lvl6pPr marL="3584448" algn="l" defTabSz="716890" rtl="0" eaLnBrk="1" latinLnBrk="0" hangingPunct="1">
        <a:defRPr sz="2800" kern="1200">
          <a:solidFill>
            <a:schemeClr val="tx1"/>
          </a:solidFill>
          <a:latin typeface="+mn-lt"/>
          <a:ea typeface="+mn-ea"/>
          <a:cs typeface="+mn-cs"/>
        </a:defRPr>
      </a:lvl6pPr>
      <a:lvl7pPr marL="4301338" algn="l" defTabSz="716890" rtl="0" eaLnBrk="1" latinLnBrk="0" hangingPunct="1">
        <a:defRPr sz="2800" kern="1200">
          <a:solidFill>
            <a:schemeClr val="tx1"/>
          </a:solidFill>
          <a:latin typeface="+mn-lt"/>
          <a:ea typeface="+mn-ea"/>
          <a:cs typeface="+mn-cs"/>
        </a:defRPr>
      </a:lvl7pPr>
      <a:lvl8pPr marL="5018227" algn="l" defTabSz="716890" rtl="0" eaLnBrk="1" latinLnBrk="0" hangingPunct="1">
        <a:defRPr sz="2800" kern="1200">
          <a:solidFill>
            <a:schemeClr val="tx1"/>
          </a:solidFill>
          <a:latin typeface="+mn-lt"/>
          <a:ea typeface="+mn-ea"/>
          <a:cs typeface="+mn-cs"/>
        </a:defRPr>
      </a:lvl8pPr>
      <a:lvl9pPr marL="5735117" algn="l" defTabSz="71689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1"/>
          <p:cNvSpPr>
            <a:spLocks noGrp="1"/>
          </p:cNvSpPr>
          <p:nvPr>
            <p:ph idx="1"/>
          </p:nvPr>
        </p:nvSpPr>
        <p:spPr>
          <a:xfrm>
            <a:off x="112713" y="1270000"/>
            <a:ext cx="3498850" cy="8538143"/>
          </a:xfrm>
          <a:ln/>
        </p:spPr>
        <p:txBody>
          <a:bodyPr/>
          <a:lstStyle/>
          <a:p>
            <a:r>
              <a:rPr lang="en-US" sz="1800" dirty="0">
                <a:latin typeface="Bodoni MT" charset="0"/>
                <a:cs typeface="Helvetica Neue" charset="0"/>
              </a:rPr>
              <a:t>The Problem</a:t>
            </a:r>
          </a:p>
          <a:p>
            <a:r>
              <a:rPr lang="en-US" dirty="0">
                <a:latin typeface="Helvetica Neue" charset="0"/>
                <a:cs typeface="Helvetica Neue" charset="0"/>
              </a:rPr>
              <a:t>Brisbane is among the fastest growing populations in the world with a current population of approximately 2.5 million people and counting.</a:t>
            </a:r>
            <a:endParaRPr lang="en-US" sz="1800" dirty="0">
              <a:latin typeface="Bodoni MT" charset="0"/>
              <a:cs typeface="Helvetica Neue" charset="0"/>
            </a:endParaRPr>
          </a:p>
          <a:p>
            <a:r>
              <a:rPr lang="en-US" b="1" dirty="0">
                <a:latin typeface="Helvetica Neue" charset="0"/>
                <a:cs typeface="Helvetica Neue" charset="0"/>
              </a:rPr>
              <a:t>2032 Olympic Games</a:t>
            </a:r>
          </a:p>
          <a:p>
            <a:r>
              <a:rPr lang="en-US" dirty="0">
                <a:latin typeface="Helvetica Neue" charset="0"/>
                <a:cs typeface="Helvetica Neue" charset="0"/>
              </a:rPr>
              <a:t>Additionally with the upcoming 2032 Olympic games the city's population is going to grow exponentially.</a:t>
            </a:r>
          </a:p>
          <a:p>
            <a:r>
              <a:rPr lang="en-US" b="1" dirty="0">
                <a:latin typeface="Helvetica Neue" charset="0"/>
                <a:cs typeface="Helvetica Neue" charset="0"/>
              </a:rPr>
              <a:t>Why is this important?</a:t>
            </a:r>
          </a:p>
          <a:p>
            <a:r>
              <a:rPr lang="en-US" dirty="0">
                <a:latin typeface="Helvetica Neue" charset="0"/>
                <a:cs typeface="Helvetica Neue" charset="0"/>
              </a:rPr>
              <a:t>More people means more housing, more planes overhead and more noise. Accompanying this, the more people consequently means the more urban areas are stretched into industrial areas or outer city areas. Creating a domino effect of the following:</a:t>
            </a:r>
          </a:p>
          <a:p>
            <a:pPr marL="285750" indent="-285750">
              <a:buFont typeface="Arial" panose="020B0604020202020204" pitchFamily="34" charset="0"/>
              <a:buChar char="•"/>
            </a:pPr>
            <a:r>
              <a:rPr lang="en-US" b="1" dirty="0">
                <a:latin typeface="Helvetica Neue" charset="0"/>
                <a:cs typeface="Helvetica Neue" charset="0"/>
              </a:rPr>
              <a:t>Longer Travel</a:t>
            </a:r>
          </a:p>
          <a:p>
            <a:pPr marL="285750" indent="-285750">
              <a:buFont typeface="Arial" panose="020B0604020202020204" pitchFamily="34" charset="0"/>
              <a:buChar char="•"/>
            </a:pPr>
            <a:r>
              <a:rPr lang="en-US" b="1" dirty="0">
                <a:latin typeface="Helvetica Neue" charset="0"/>
                <a:cs typeface="Helvetica Neue" charset="0"/>
              </a:rPr>
              <a:t>Busier Roads</a:t>
            </a:r>
          </a:p>
          <a:p>
            <a:pPr marL="285750" indent="-285750">
              <a:buFont typeface="Arial" panose="020B0604020202020204" pitchFamily="34" charset="0"/>
              <a:buChar char="•"/>
            </a:pPr>
            <a:r>
              <a:rPr lang="en-US" b="1" dirty="0">
                <a:latin typeface="Helvetica Neue" charset="0"/>
                <a:cs typeface="Helvetica Neue" charset="0"/>
              </a:rPr>
              <a:t>Houses in high noise areas</a:t>
            </a:r>
          </a:p>
          <a:p>
            <a:r>
              <a:rPr lang="en-US" dirty="0">
                <a:latin typeface="Helvetica Neue" charset="0"/>
                <a:cs typeface="Helvetica Neue" charset="0"/>
              </a:rPr>
              <a:t>Exposing people to health risks of more gas </a:t>
            </a:r>
            <a:r>
              <a:rPr lang="en-US" dirty="0" err="1">
                <a:latin typeface="Helvetica Neue" charset="0"/>
                <a:cs typeface="Helvetica Neue" charset="0"/>
              </a:rPr>
              <a:t>emittions</a:t>
            </a:r>
            <a:r>
              <a:rPr lang="en-US" dirty="0">
                <a:latin typeface="Helvetica Neue" charset="0"/>
                <a:cs typeface="Helvetica Neue" charset="0"/>
              </a:rPr>
              <a:t> from both cars and factories, Reduced Sleep and more.</a:t>
            </a:r>
          </a:p>
          <a:p>
            <a:r>
              <a:rPr lang="en-US" sz="1800" b="1" dirty="0">
                <a:latin typeface="+mn-lt"/>
                <a:cs typeface="Helvetica Neue" charset="0"/>
              </a:rPr>
              <a:t>We Believe Brisbane </a:t>
            </a:r>
            <a:r>
              <a:rPr lang="en-US" sz="1800" b="1" i="1" dirty="0">
                <a:latin typeface="+mn-lt"/>
                <a:cs typeface="Helvetica Neue" charset="0"/>
              </a:rPr>
              <a:t>deserves better.</a:t>
            </a:r>
          </a:p>
          <a:p>
            <a:r>
              <a:rPr lang="en-US" dirty="0">
                <a:latin typeface="Helvetica Neue" charset="0"/>
                <a:cs typeface="Helvetica Neue" charset="0"/>
              </a:rPr>
              <a:t>While we know we can’t in this project stop the development of houses and urbanization of industrial areas. We believe every single bit of info helps which is why we have produced the solution which can help </a:t>
            </a:r>
            <a:r>
              <a:rPr lang="en-US" dirty="0" err="1">
                <a:latin typeface="Helvetica Neue" charset="0"/>
                <a:cs typeface="Helvetica Neue" charset="0"/>
              </a:rPr>
              <a:t>Brisbanians</a:t>
            </a:r>
            <a:r>
              <a:rPr lang="en-US" dirty="0">
                <a:latin typeface="Helvetica Neue" charset="0"/>
                <a:cs typeface="Helvetica Neue" charset="0"/>
              </a:rPr>
              <a:t> create informed decisions on their housing like never before.</a:t>
            </a:r>
          </a:p>
          <a:p>
            <a:endParaRPr lang="en-US" sz="1800" b="1" i="1" dirty="0">
              <a:latin typeface="+mn-lt"/>
              <a:cs typeface="Helvetica Neue" charset="0"/>
            </a:endParaRPr>
          </a:p>
        </p:txBody>
      </p:sp>
      <p:sp>
        <p:nvSpPr>
          <p:cNvPr id="3075" name="Title 2"/>
          <p:cNvSpPr>
            <a:spLocks noGrp="1"/>
          </p:cNvSpPr>
          <p:nvPr>
            <p:ph type="title"/>
          </p:nvPr>
        </p:nvSpPr>
        <p:spPr>
          <a:xfrm>
            <a:off x="-947056" y="-25400"/>
            <a:ext cx="15709220" cy="698500"/>
          </a:xfrm>
        </p:spPr>
        <p:txBody>
          <a:bodyPr/>
          <a:lstStyle/>
          <a:p>
            <a:r>
              <a:rPr lang="en-US" cap="none" dirty="0">
                <a:latin typeface="Bodoni MT" charset="0"/>
                <a:cs typeface="Didot" charset="0"/>
              </a:rPr>
              <a:t>Tracking Aircraft for a Sustainable Future for Brisbane</a:t>
            </a:r>
          </a:p>
        </p:txBody>
      </p:sp>
      <p:sp>
        <p:nvSpPr>
          <p:cNvPr id="3076" name="Subtitle 3"/>
          <p:cNvSpPr>
            <a:spLocks noGrp="1"/>
          </p:cNvSpPr>
          <p:nvPr>
            <p:ph type="subTitle" idx="10"/>
          </p:nvPr>
        </p:nvSpPr>
        <p:spPr>
          <a:xfrm>
            <a:off x="-404261" y="673100"/>
            <a:ext cx="15139436" cy="441325"/>
          </a:xfrm>
        </p:spPr>
        <p:txBody>
          <a:bodyPr/>
          <a:lstStyle/>
          <a:p>
            <a:pPr>
              <a:spcBef>
                <a:spcPct val="0"/>
              </a:spcBef>
            </a:pPr>
            <a:r>
              <a:rPr lang="en-US" dirty="0">
                <a:latin typeface="Helvetica Neue" charset="0"/>
                <a:cs typeface="Helvetica Neue" charset="0"/>
              </a:rPr>
              <a:t>Sidney Neil, Fiachra Richards, Xander Akison - </a:t>
            </a:r>
            <a:r>
              <a:rPr lang="en-AU" dirty="0"/>
              <a:t>Wheat </a:t>
            </a:r>
            <a:r>
              <a:rPr lang="en-AU" dirty="0" err="1"/>
              <a:t>Weywot</a:t>
            </a:r>
            <a:endParaRPr lang="en-US" dirty="0">
              <a:latin typeface="Helvetica Neue" charset="0"/>
              <a:cs typeface="Helvetica Neue" charset="0"/>
            </a:endParaRPr>
          </a:p>
        </p:txBody>
      </p:sp>
      <p:sp>
        <p:nvSpPr>
          <p:cNvPr id="3077" name="Content Placeholder 7"/>
          <p:cNvSpPr>
            <a:spLocks noGrp="1"/>
          </p:cNvSpPr>
          <p:nvPr>
            <p:ph idx="11"/>
          </p:nvPr>
        </p:nvSpPr>
        <p:spPr>
          <a:xfrm>
            <a:off x="3789363" y="1270000"/>
            <a:ext cx="3500437" cy="7656513"/>
          </a:xfrm>
          <a:ln/>
        </p:spPr>
        <p:txBody>
          <a:bodyPr/>
          <a:lstStyle/>
          <a:p>
            <a:r>
              <a:rPr lang="en-US" sz="1800" dirty="0">
                <a:latin typeface="Bodoni MT" charset="0"/>
                <a:cs typeface="Helvetica Neue" charset="0"/>
              </a:rPr>
              <a:t>The Solution </a:t>
            </a:r>
          </a:p>
          <a:p>
            <a:endParaRPr lang="en-US" sz="1800" dirty="0">
              <a:latin typeface="Bodoni MT" charset="0"/>
              <a:cs typeface="Helvetica Neue" charset="0"/>
            </a:endParaRPr>
          </a:p>
          <a:p>
            <a:endParaRPr lang="en-US" dirty="0">
              <a:latin typeface="Helvetica Neue" charset="0"/>
              <a:cs typeface="Helvetica Neue" charset="0"/>
            </a:endParaRPr>
          </a:p>
        </p:txBody>
      </p:sp>
      <p:sp>
        <p:nvSpPr>
          <p:cNvPr id="3078" name="Content Placeholder 8"/>
          <p:cNvSpPr>
            <a:spLocks noGrp="1"/>
          </p:cNvSpPr>
          <p:nvPr>
            <p:ph idx="12"/>
          </p:nvPr>
        </p:nvSpPr>
        <p:spPr>
          <a:xfrm>
            <a:off x="7466013" y="1270000"/>
            <a:ext cx="3500437" cy="7656513"/>
          </a:xfrm>
          <a:ln/>
        </p:spPr>
        <p:txBody>
          <a:bodyPr/>
          <a:lstStyle/>
          <a:p>
            <a:endParaRPr lang="en-US" dirty="0">
              <a:latin typeface="Helvetica Neue" charset="0"/>
              <a:cs typeface="Helvetica Neue" charset="0"/>
            </a:endParaRPr>
          </a:p>
        </p:txBody>
      </p:sp>
      <p:sp>
        <p:nvSpPr>
          <p:cNvPr id="3079" name="Content Placeholder 9"/>
          <p:cNvSpPr>
            <a:spLocks noGrp="1"/>
          </p:cNvSpPr>
          <p:nvPr>
            <p:ph idx="13"/>
          </p:nvPr>
        </p:nvSpPr>
        <p:spPr>
          <a:xfrm>
            <a:off x="11142663" y="1270000"/>
            <a:ext cx="3500437" cy="7656513"/>
          </a:xfrm>
          <a:ln/>
        </p:spPr>
        <p:txBody>
          <a:bodyPr/>
          <a:lstStyle/>
          <a:p>
            <a:endParaRPr lang="en-US" dirty="0">
              <a:latin typeface="Helvetica Neue" charset="0"/>
              <a:cs typeface="Helvetica Neue" charset="0"/>
            </a:endParaRPr>
          </a:p>
        </p:txBody>
      </p:sp>
    </p:spTree>
  </p:cSld>
  <p:clrMapOvr>
    <a:masterClrMapping/>
  </p:clrMapOvr>
</p:sld>
</file>

<file path=ppt/theme/theme1.xml><?xml version="1.0" encoding="utf-8"?>
<a:theme xmlns:a="http://schemas.openxmlformats.org/drawingml/2006/main" name="poster">
  <a:themeElements>
    <a:clrScheme name="UQColours">
      <a:dk1>
        <a:sysClr val="windowText" lastClr="000000"/>
      </a:dk1>
      <a:lt1>
        <a:sysClr val="window" lastClr="FFFFFF"/>
      </a:lt1>
      <a:dk2>
        <a:srgbClr val="271D65"/>
      </a:dk2>
      <a:lt2>
        <a:srgbClr val="EEECE1"/>
      </a:lt2>
      <a:accent1>
        <a:srgbClr val="271D65"/>
      </a:accent1>
      <a:accent2>
        <a:srgbClr val="AA0433"/>
      </a:accent2>
      <a:accent3>
        <a:srgbClr val="73B632"/>
      </a:accent3>
      <a:accent4>
        <a:srgbClr val="F6BC1C"/>
      </a:accent4>
      <a:accent5>
        <a:srgbClr val="4BACC6"/>
      </a:accent5>
      <a:accent6>
        <a:srgbClr val="2A73AE"/>
      </a:accent6>
      <a:hlink>
        <a:srgbClr val="3A8B2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33</TotalTime>
  <Words>196</Words>
  <Application>Microsoft Office PowerPoint</Application>
  <PresentationFormat>Custom</PresentationFormat>
  <Paragraphs>15</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Bodoni MT</vt:lpstr>
      <vt:lpstr>Calibri</vt:lpstr>
      <vt:lpstr>Didot</vt:lpstr>
      <vt:lpstr>Helvetica Neue</vt:lpstr>
      <vt:lpstr>poster</vt:lpstr>
      <vt:lpstr>Tracking Aircraft for a Sustainable Future for Brisbane</vt:lpstr>
    </vt:vector>
  </TitlesOfParts>
  <Company>School of ITEE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your project (Bodoni mt 48pt)</dc:title>
  <dc:creator>Lorna Macdonald</dc:creator>
  <cp:lastModifiedBy>Sidney Neil</cp:lastModifiedBy>
  <cp:revision>27</cp:revision>
  <cp:lastPrinted>2011-10-04T02:16:03Z</cp:lastPrinted>
  <dcterms:created xsi:type="dcterms:W3CDTF">2011-10-04T02:18:07Z</dcterms:created>
  <dcterms:modified xsi:type="dcterms:W3CDTF">2026-05-10T06:45:37Z</dcterms:modified>
</cp:coreProperties>
</file>